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6" r:id="rId5"/>
    <p:sldId id="257" r:id="rId6"/>
    <p:sldId id="281" r:id="rId7"/>
    <p:sldId id="286" r:id="rId8"/>
    <p:sldId id="293" r:id="rId9"/>
    <p:sldId id="288" r:id="rId10"/>
    <p:sldId id="289" r:id="rId11"/>
    <p:sldId id="294" r:id="rId12"/>
    <p:sldId id="29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98989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0655" autoAdjust="0"/>
  </p:normalViewPr>
  <p:slideViewPr>
    <p:cSldViewPr snapToGrid="0">
      <p:cViewPr varScale="1">
        <p:scale>
          <a:sx n="136" d="100"/>
          <a:sy n="136" d="100"/>
        </p:scale>
        <p:origin x="1188" y="342"/>
      </p:cViewPr>
      <p:guideLst/>
    </p:cSldViewPr>
  </p:slideViewPr>
  <p:outlineViewPr>
    <p:cViewPr>
      <p:scale>
        <a:sx n="33" d="100"/>
        <a:sy n="33" d="100"/>
      </p:scale>
      <p:origin x="0" y="-288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3403" y="29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E7F456E-01A6-4013-ACA5-F5492591A24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84983A3-9B9B-4D61-97C9-B9E239A3159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6F32FC-4BD9-442A-A8C6-51598C909FE3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EEABE74-7A97-4D17-8390-42ADD25C33C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2C1DBD-1052-425E-BF3C-983304BED5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8EEFA9E-C190-4F5C-8394-BD5F1CD55C0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48019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56371FA-A98D-41E8-93F4-09945841298A}" type="datetimeFigureOut">
              <a:rPr lang="en-US" smtClean="0"/>
              <a:t>2/8/2026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89C57-55D7-40A4-A101-E74FAC7A092B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990236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81288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404389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53268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F630BB-8196-449E-322B-681753E886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9A89CF2-05AD-9512-3DEB-60D36FA6D3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6352B9B-D5E3-C8F1-AFF1-EE4E7EA3AB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49DE61-E72E-2712-DF2D-1FACDBCD4A6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614376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DC7B56-856B-6658-C233-105F6FEB1F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567C44-02CA-9FE9-2B75-26550C9350C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40E6AF1-A1EA-BBB1-7BE4-BDE8A11A9C0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BC438F-9A3F-049B-2D9A-1B0FE93F3F3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363285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A6A1A2-BE94-6812-51B6-F73ACFB76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B8AEE2E-DD50-32AC-6E57-12FEA2BD87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2CCD5F-A439-78FF-A30C-1A5C8B0E77A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5CDF613-D182-25F6-90AC-CD0249AA1A2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743639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325100-741F-6207-FBC1-B1F04DAECC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8BF5FC-9087-F0D0-DA6E-A1943F3F529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3DA9E62-E6C2-E5C9-8500-1DBEB0C68AE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A853D1-78CF-7204-25D8-E8B399A5B11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56362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9EBCA-B317-0334-6933-BED0880C2A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8F3F47C-1C0B-E7D9-F049-1419257A7DE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DA2BFD-843A-1886-9CE5-B32AF816F55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AA8969B-F6C8-8E9D-7D80-78BC4B50A22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135003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6F1811-1B6F-A312-CA1E-52A8EDC6A1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4022AAA-CA34-F619-FED2-F4065F0EFE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189872B-5767-9980-1734-8E985C7ADDE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5644BC-B883-4492-AE02-E3870AD85D9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2289C57-55D7-40A4-A101-E74FAC7A092B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8187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41918" y="3329790"/>
            <a:ext cx="4941771" cy="3200400"/>
          </a:xfrm>
        </p:spPr>
        <p:txBody>
          <a:bodyPr anchor="ctr">
            <a:noAutofit/>
          </a:bodyPr>
          <a:lstStyle>
            <a:lvl1pPr algn="l">
              <a:defRPr sz="3600" spc="150" baseline="0"/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68265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4229100" y="0"/>
            <a:ext cx="79629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500" y="1020445"/>
            <a:ext cx="2895600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>
            <a:lvl1pPr marL="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1pPr>
            <a:lvl2pPr marL="4572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2pPr>
            <a:lvl3pPr marL="9144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3pPr>
            <a:lvl4pPr marL="13716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4pPr>
            <a:lvl5pPr marL="1828800" indent="0">
              <a:lnSpc>
                <a:spcPct val="140000"/>
              </a:lnSpc>
              <a:spcBef>
                <a:spcPts val="1000"/>
              </a:spcBef>
              <a:buNone/>
              <a:defRPr sz="1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821249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018"/>
            <a:ext cx="4179570" cy="3377354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4A96E214-6A61-C8A7-B1DB-C8C260C1344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6557818" cy="6858000"/>
            <a:chOff x="0" y="0"/>
            <a:chExt cx="4762501" cy="5186363"/>
          </a:xfrm>
        </p:grpSpPr>
        <p:cxnSp>
          <p:nvCxnSpPr>
            <p:cNvPr id="5" name="Straight Connector 4">
              <a:extLst>
                <a:ext uri="{FF2B5EF4-FFF2-40B4-BE49-F238E27FC236}">
                  <a16:creationId xmlns:a16="http://schemas.microsoft.com/office/drawing/2014/main" id="{A18BC1BC-99D6-D9F4-19F9-AAE722E2AE61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0" y="876300"/>
              <a:ext cx="4762500" cy="162877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816F797-248B-2C75-29B9-DB65A809D47B}"/>
                </a:ext>
              </a:extLst>
            </p:cNvPr>
            <p:cNvCxnSpPr>
              <a:cxnSpLocks/>
            </p:cNvCxnSpPr>
            <p:nvPr userDrawn="1"/>
          </p:nvCxnSpPr>
          <p:spPr>
            <a:xfrm flipH="1" flipV="1">
              <a:off x="2638425" y="0"/>
              <a:ext cx="2124076" cy="5186363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1282501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87680"/>
            <a:ext cx="4179570" cy="337669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D8E94DD-0F7B-3F92-58EA-5F06D557BF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3990667" y="0"/>
            <a:ext cx="1126278" cy="2512291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19F5397-34DB-BC88-ADF5-AA470A06FE5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-5080"/>
            <a:ext cx="6576291" cy="6872605"/>
          </a:xfrm>
          <a:custGeom>
            <a:avLst/>
            <a:gdLst>
              <a:gd name="connsiteX0" fmla="*/ 0 w 6576291"/>
              <a:gd name="connsiteY0" fmla="*/ 0 h 6867525"/>
              <a:gd name="connsiteX1" fmla="*/ 6576291 w 6576291"/>
              <a:gd name="connsiteY1" fmla="*/ 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044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  <a:gd name="connsiteX0" fmla="*/ 0 w 6576291"/>
              <a:gd name="connsiteY0" fmla="*/ 0 h 6867525"/>
              <a:gd name="connsiteX1" fmla="*/ 3624811 w 6576291"/>
              <a:gd name="connsiteY1" fmla="*/ 10160 h 6867525"/>
              <a:gd name="connsiteX2" fmla="*/ 6576291 w 6576291"/>
              <a:gd name="connsiteY2" fmla="*/ 6867525 h 6867525"/>
              <a:gd name="connsiteX3" fmla="*/ 0 w 6576291"/>
              <a:gd name="connsiteY3" fmla="*/ 6867525 h 6867525"/>
              <a:gd name="connsiteX4" fmla="*/ 0 w 6576291"/>
              <a:gd name="connsiteY4" fmla="*/ 0 h 6867525"/>
              <a:gd name="connsiteX0" fmla="*/ 0 w 6576291"/>
              <a:gd name="connsiteY0" fmla="*/ 5080 h 6872605"/>
              <a:gd name="connsiteX1" fmla="*/ 3629891 w 6576291"/>
              <a:gd name="connsiteY1" fmla="*/ 0 h 6872605"/>
              <a:gd name="connsiteX2" fmla="*/ 6576291 w 6576291"/>
              <a:gd name="connsiteY2" fmla="*/ 6872605 h 6872605"/>
              <a:gd name="connsiteX3" fmla="*/ 0 w 6576291"/>
              <a:gd name="connsiteY3" fmla="*/ 6872605 h 6872605"/>
              <a:gd name="connsiteX4" fmla="*/ 0 w 6576291"/>
              <a:gd name="connsiteY4" fmla="*/ 5080 h 68726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6576291" h="6872605">
                <a:moveTo>
                  <a:pt x="0" y="5080"/>
                </a:moveTo>
                <a:lnTo>
                  <a:pt x="3629891" y="0"/>
                </a:lnTo>
                <a:lnTo>
                  <a:pt x="6576291" y="6872605"/>
                </a:lnTo>
                <a:lnTo>
                  <a:pt x="0" y="6872605"/>
                </a:lnTo>
                <a:lnTo>
                  <a:pt x="0" y="5080"/>
                </a:lnTo>
                <a:close/>
              </a:path>
            </a:pathLst>
          </a:custGeom>
        </p:spPr>
        <p:txBody>
          <a:bodyPr lIns="182880" tIns="182880" bIns="91440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540186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2318" y="268360"/>
            <a:ext cx="7288282" cy="212117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EAC9D25F-5B3D-F5B2-5D02-C6BC6AA8987B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322388" y="2763078"/>
            <a:ext cx="7288212" cy="3407051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1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18E16CF1-2502-F2F0-2C27-2DD7979033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9096374" y="-25401"/>
            <a:ext cx="3095625" cy="6883401"/>
            <a:chOff x="9096375" y="-25401"/>
            <a:chExt cx="3095625" cy="6883401"/>
          </a:xfrm>
        </p:grpSpPr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6322A6FB-333C-65AE-23D8-08BCEA174D43}"/>
                </a:ext>
              </a:extLst>
            </p:cNvPr>
            <p:cNvCxnSpPr/>
            <p:nvPr userDrawn="1"/>
          </p:nvCxnSpPr>
          <p:spPr>
            <a:xfrm>
              <a:off x="9096375" y="1497012"/>
              <a:ext cx="3095625" cy="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2BB247-4598-A983-DEBF-6F042C1DB0BC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9381744" y="-25401"/>
              <a:ext cx="2810256" cy="6883401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34E84FEE-D475-A71D-7996-5925602ECF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rot="10800000" flipH="1">
            <a:off x="-1" y="-25403"/>
            <a:ext cx="1210573" cy="2048161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ooter Placeholder 4">
            <a:extLst>
              <a:ext uri="{FF2B5EF4-FFF2-40B4-BE49-F238E27FC236}">
                <a16:creationId xmlns:a16="http://schemas.microsoft.com/office/drawing/2014/main" id="{7459776D-4049-CB00-C321-0627C169BC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6" name="Slide Number Placeholder 5">
            <a:extLst>
              <a:ext uri="{FF2B5EF4-FFF2-40B4-BE49-F238E27FC236}">
                <a16:creationId xmlns:a16="http://schemas.microsoft.com/office/drawing/2014/main" id="{EDE114AF-34C6-A062-7340-858BC27DA2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97359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406400"/>
            <a:ext cx="4179570" cy="3457971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5E045004-3604-59DC-13E0-7A0B2DF78C4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03296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raphic 9">
            <a:extLst>
              <a:ext uri="{FF2B5EF4-FFF2-40B4-BE49-F238E27FC236}">
                <a16:creationId xmlns:a16="http://schemas.microsoft.com/office/drawing/2014/main" id="{955F7B05-9431-1FBA-415D-6CF2DF562B9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093633" cy="3912394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568961"/>
            <a:ext cx="8420100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97255"/>
            <a:ext cx="3924300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7FF22E3-5928-787E-B062-FA18127D3BD9}"/>
              </a:ext>
            </a:extLst>
          </p:cNvPr>
          <p:cNvSpPr>
            <a:spLocks noGrp="1"/>
          </p:cNvSpPr>
          <p:nvPr>
            <p:ph sz="half" idx="13" hasCustomPrompt="1"/>
          </p:nvPr>
        </p:nvSpPr>
        <p:spPr>
          <a:xfrm>
            <a:off x="2933700" y="3251596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97255"/>
            <a:ext cx="3943627" cy="464499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178E4D0B-96F1-45F3-6B2A-5FA31A37257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410173" y="3251595"/>
            <a:ext cx="3943627" cy="3234264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5F41582C-9AD2-F126-40F3-D43E77D158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96926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341F76B1-7BEF-7A88-1394-1164BFF08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4012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2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41120" y="558801"/>
            <a:ext cx="9953308" cy="1780860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6A217F83-0BDB-C70B-29FE-2651DE1915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4429817" y="0"/>
            <a:ext cx="7762183" cy="2754814"/>
            <a:chOff x="7334250" y="0"/>
            <a:chExt cx="4857750" cy="1724025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E0C62368-3F79-C078-7086-B23D2F5A09F8}"/>
                </a:ext>
              </a:extLst>
            </p:cNvPr>
            <p:cNvCxnSpPr/>
            <p:nvPr userDrawn="1"/>
          </p:nvCxnSpPr>
          <p:spPr>
            <a:xfrm flipH="1" flipV="1">
              <a:off x="7334250" y="0"/>
              <a:ext cx="485775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609BDD71-BF2E-BDB0-A625-D8371AEA1CA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1487150" y="0"/>
              <a:ext cx="704850" cy="1724025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83354B96-CD25-BE1C-8CA2-3825F820B759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1120" y="2960877"/>
            <a:ext cx="2722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CDD81865-54C7-7674-4B2E-041D05C1D146}"/>
              </a:ext>
            </a:extLst>
          </p:cNvPr>
          <p:cNvSpPr>
            <a:spLocks noGrp="1"/>
          </p:cNvSpPr>
          <p:nvPr>
            <p:ph sz="half" idx="15" hasCustomPrompt="1"/>
          </p:nvPr>
        </p:nvSpPr>
        <p:spPr>
          <a:xfrm>
            <a:off x="1341120" y="3392035"/>
            <a:ext cx="2722880" cy="2907164"/>
          </a:xfrm>
        </p:spPr>
        <p:txBody>
          <a:bodyPr tIns="0">
            <a:normAutofit/>
          </a:bodyPr>
          <a:lstStyle>
            <a:lvl1pPr marL="283464" indent="-283464">
              <a:lnSpc>
                <a:spcPct val="100000"/>
              </a:lnSpc>
              <a:buFont typeface="+mj-lt"/>
              <a:buAutoNum type="arabicPeriod"/>
              <a:defRPr sz="1800" b="0" spc="50" baseline="0"/>
            </a:lvl1pPr>
            <a:lvl2pPr marL="566928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eriod"/>
              <a:defRPr sz="1800" spc="50" baseline="0"/>
            </a:lvl2pPr>
            <a:lvl3pPr marL="850392" indent="-342900">
              <a:lnSpc>
                <a:spcPct val="100000"/>
              </a:lnSpc>
              <a:spcBef>
                <a:spcPts val="1000"/>
              </a:spcBef>
              <a:buFont typeface="+mj-lt"/>
              <a:buAutoNum type="arabicParenR"/>
              <a:defRPr sz="1800" spc="50" baseline="0"/>
            </a:lvl3pPr>
            <a:lvl4pPr marL="1042416" indent="-342900">
              <a:lnSpc>
                <a:spcPct val="100000"/>
              </a:lnSpc>
              <a:spcBef>
                <a:spcPts val="1000"/>
              </a:spcBef>
              <a:buFont typeface="+mj-lt"/>
              <a:buAutoNum type="alphaLcParenR"/>
              <a:defRPr sz="1800" spc="50" baseline="0"/>
            </a:lvl4pPr>
            <a:lvl5pPr marL="1074420" indent="-400050">
              <a:lnSpc>
                <a:spcPct val="100000"/>
              </a:lnSpc>
              <a:spcBef>
                <a:spcPts val="1000"/>
              </a:spcBef>
              <a:buFont typeface="+mj-lt"/>
              <a:buAutoNum type="romanLcPeriod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F39BA57-7F1C-623F-BC7F-B689C5AC33EA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4754881" y="2960877"/>
            <a:ext cx="5516880" cy="35128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94BF07A4-5A33-0B3C-A378-AB2435F1D5FF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4754881" y="3324859"/>
            <a:ext cx="5506720" cy="303148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43000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63DC63A6-41FE-6C2D-9A53-0AE4A6DBF39B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>
          <a:xfrm>
            <a:off x="1333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0B5130EC-B05B-5489-FBEC-DBEB6D1E737D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12085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B2CC92D-F90A-CB67-4860-D6939AC295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 flipH="1" flipV="1">
            <a:off x="3094182" y="0"/>
            <a:ext cx="1745673" cy="389774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4" y="1671639"/>
            <a:ext cx="5884027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4C376638-5C5B-8E5B-0C26-8F63B98EA417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-28230" y="-9144"/>
            <a:ext cx="5481955" cy="6876288"/>
          </a:xfrm>
          <a:custGeom>
            <a:avLst/>
            <a:gdLst>
              <a:gd name="connsiteX0" fmla="*/ 0 w 5476875"/>
              <a:gd name="connsiteY0" fmla="*/ 0 h 6858000"/>
              <a:gd name="connsiteX1" fmla="*/ 547687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0 w 5476875"/>
              <a:gd name="connsiteY0" fmla="*/ 0 h 6858000"/>
              <a:gd name="connsiteX1" fmla="*/ 2520315 w 5476875"/>
              <a:gd name="connsiteY1" fmla="*/ 0 h 6858000"/>
              <a:gd name="connsiteX2" fmla="*/ 5476875 w 5476875"/>
              <a:gd name="connsiteY2" fmla="*/ 6858000 h 6858000"/>
              <a:gd name="connsiteX3" fmla="*/ 0 w 5476875"/>
              <a:gd name="connsiteY3" fmla="*/ 6858000 h 6858000"/>
              <a:gd name="connsiteX4" fmla="*/ 0 w 5476875"/>
              <a:gd name="connsiteY4" fmla="*/ 0 h 6858000"/>
              <a:gd name="connsiteX0" fmla="*/ 5080 w 5481955"/>
              <a:gd name="connsiteY0" fmla="*/ 0 h 6858000"/>
              <a:gd name="connsiteX1" fmla="*/ 2525395 w 5481955"/>
              <a:gd name="connsiteY1" fmla="*/ 0 h 6858000"/>
              <a:gd name="connsiteX2" fmla="*/ 5481955 w 5481955"/>
              <a:gd name="connsiteY2" fmla="*/ 6858000 h 6858000"/>
              <a:gd name="connsiteX3" fmla="*/ 5080 w 5481955"/>
              <a:gd name="connsiteY3" fmla="*/ 6858000 h 6858000"/>
              <a:gd name="connsiteX4" fmla="*/ 0 w 5481955"/>
              <a:gd name="connsiteY4" fmla="*/ 4805680 h 6858000"/>
              <a:gd name="connsiteX5" fmla="*/ 5080 w 5481955"/>
              <a:gd name="connsiteY5" fmla="*/ 0 h 685800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80568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  <a:gd name="connsiteX0" fmla="*/ 5080 w 5481955"/>
              <a:gd name="connsiteY0" fmla="*/ 0 h 6863080"/>
              <a:gd name="connsiteX1" fmla="*/ 2525395 w 5481955"/>
              <a:gd name="connsiteY1" fmla="*/ 0 h 6863080"/>
              <a:gd name="connsiteX2" fmla="*/ 5481955 w 5481955"/>
              <a:gd name="connsiteY2" fmla="*/ 6858000 h 6863080"/>
              <a:gd name="connsiteX3" fmla="*/ 899160 w 5481955"/>
              <a:gd name="connsiteY3" fmla="*/ 6863080 h 6863080"/>
              <a:gd name="connsiteX4" fmla="*/ 0 w 5481955"/>
              <a:gd name="connsiteY4" fmla="*/ 4759960 h 6863080"/>
              <a:gd name="connsiteX5" fmla="*/ 5080 w 5481955"/>
              <a:gd name="connsiteY5" fmla="*/ 0 h 68630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481955" h="6863080">
                <a:moveTo>
                  <a:pt x="5080" y="0"/>
                </a:moveTo>
                <a:lnTo>
                  <a:pt x="2525395" y="0"/>
                </a:lnTo>
                <a:lnTo>
                  <a:pt x="5481955" y="6858000"/>
                </a:lnTo>
                <a:lnTo>
                  <a:pt x="899160" y="6863080"/>
                </a:lnTo>
                <a:cubicBezTo>
                  <a:pt x="506307" y="5933440"/>
                  <a:pt x="413173" y="5720080"/>
                  <a:pt x="0" y="4759960"/>
                </a:cubicBezTo>
                <a:cubicBezTo>
                  <a:pt x="1693" y="3158067"/>
                  <a:pt x="3387" y="1601893"/>
                  <a:pt x="5080" y="0"/>
                </a:cubicBezTo>
                <a:close/>
              </a:path>
            </a:pathLst>
          </a:custGeom>
        </p:spPr>
        <p:txBody>
          <a:bodyPr lIns="274320" tIns="91440" bIns="91440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4569D00-2037-2A8D-943B-22FAC1C0B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255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75967A9D-0B53-4F3F-0872-495C23A332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643B0E9A-A777-8745-6A36-0A79CB5E036B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5453725" y="3660774"/>
            <a:ext cx="5907176" cy="2536826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1778059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1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1" y="895350"/>
            <a:ext cx="3247662" cy="1917700"/>
          </a:xfrm>
        </p:spPr>
        <p:txBody>
          <a:bodyPr>
            <a:normAutofit/>
          </a:bodyPr>
          <a:lstStyle>
            <a:lvl1pPr algn="l">
              <a:defRPr lang="en-US" sz="24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A14C3057-3BCC-F9A2-98D8-17DDB36F1823}"/>
              </a:ext>
            </a:extLst>
          </p:cNvPr>
          <p:cNvSpPr>
            <a:spLocks noGrp="1"/>
          </p:cNvSpPr>
          <p:nvPr>
            <p:ph sz="half" idx="16" hasCustomPrompt="1"/>
          </p:nvPr>
        </p:nvSpPr>
        <p:spPr>
          <a:xfrm>
            <a:off x="838200" y="2813049"/>
            <a:ext cx="3247662" cy="3238499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4216396" y="895927"/>
            <a:ext cx="7137404" cy="5115889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10" name="Footer Placeholder 4">
            <a:extLst>
              <a:ext uri="{FF2B5EF4-FFF2-40B4-BE49-F238E27FC236}">
                <a16:creationId xmlns:a16="http://schemas.microsoft.com/office/drawing/2014/main" id="{5F91997C-538B-C8B9-14D7-31A1932F69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31615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5">
            <a:extLst>
              <a:ext uri="{FF2B5EF4-FFF2-40B4-BE49-F238E27FC236}">
                <a16:creationId xmlns:a16="http://schemas.microsoft.com/office/drawing/2014/main" id="{1F777EF4-982E-9337-7E82-31DC723C1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E34303BA-AFB6-0E22-486F-785994E3B7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327564" cy="1505528"/>
            <a:chOff x="0" y="0"/>
            <a:chExt cx="2238376" cy="310515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F66E3A08-02EB-7B54-5089-E7A7F19FD725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1238250" cy="3105150"/>
            </a:xfrm>
            <a:prstGeom prst="line">
              <a:avLst/>
            </a:prstGeom>
            <a:ln w="31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814F9BE5-00B2-ADDF-771C-AB098B36C820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2238376" cy="24765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232808163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37192"/>
            <a:ext cx="5655197" cy="1997867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2705177"/>
            <a:ext cx="5733772" cy="448990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199" y="3154166"/>
            <a:ext cx="5733773" cy="3032733"/>
          </a:xfrm>
        </p:spPr>
        <p:txBody>
          <a:bodyPr>
            <a:normAutofit/>
          </a:bodyPr>
          <a:lstStyle>
            <a:lvl1pPr marL="2857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1pPr>
            <a:lvl2pPr marL="7429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2pPr>
            <a:lvl3pPr marL="12001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3pPr>
            <a:lvl4pPr marL="16573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4pPr>
            <a:lvl5pPr marL="2114550" indent="-285750">
              <a:lnSpc>
                <a:spcPct val="100000"/>
              </a:lnSpc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887108" y="2705177"/>
            <a:ext cx="3943627" cy="448989"/>
          </a:xfrm>
        </p:spPr>
        <p:txBody>
          <a:bodyPr anchor="ctr">
            <a:noAutofit/>
          </a:bodyPr>
          <a:lstStyle>
            <a:lvl1pPr marL="0" indent="0">
              <a:buNone/>
              <a:defRPr lang="en-US" sz="1800" b="1" kern="1200" spc="50" baseline="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add text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0120DFF5-B64A-9744-4500-1D7BBA19BF1C}"/>
              </a:ext>
            </a:extLst>
          </p:cNvPr>
          <p:cNvSpPr>
            <a:spLocks noGrp="1"/>
          </p:cNvSpPr>
          <p:nvPr>
            <p:ph sz="half" idx="14" hasCustomPrompt="1"/>
          </p:nvPr>
        </p:nvSpPr>
        <p:spPr>
          <a:xfrm>
            <a:off x="7887107" y="3164867"/>
            <a:ext cx="3943627" cy="3032733"/>
          </a:xfrm>
        </p:spPr>
        <p:txBody>
          <a:bodyPr tIns="0"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800" b="0" spc="50" baseline="0"/>
            </a:lvl1pPr>
            <a:lvl2pPr marL="28346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2pPr>
            <a:lvl3pPr marL="566928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3pPr>
            <a:lvl4pPr marL="859536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4pPr>
            <a:lvl5pPr marL="1152144" indent="-285750">
              <a:lnSpc>
                <a:spcPct val="10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1800" spc="50" baseline="0"/>
            </a:lvl5pPr>
          </a:lstStyle>
          <a:p>
            <a:pPr lvl="0"/>
            <a:r>
              <a:rPr lang="en-US" dirty="0"/>
              <a:t>Click to add content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43986" y="6356350"/>
            <a:ext cx="411480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E0588715-35AD-8BE1-A5FC-E28BDD3854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18645" t="319" r="28732" b="73496"/>
          <a:stretch/>
        </p:blipFill>
        <p:spPr>
          <a:xfrm rot="10800000" flipH="1">
            <a:off x="6308436" y="-11"/>
            <a:ext cx="5883564" cy="2366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245194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544E9C70-0200-3C21-7766-CB9EA5FBFA8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 userDrawn="1"/>
        </p:nvGrpSpPr>
        <p:grpSpPr>
          <a:xfrm>
            <a:off x="0" y="0"/>
            <a:ext cx="2590800" cy="1027906"/>
            <a:chOff x="0" y="0"/>
            <a:chExt cx="2590800" cy="1027906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D5E4B16-2071-DEE9-BE53-F35AFBEFCA57}"/>
                </a:ext>
              </a:extLst>
            </p:cNvPr>
            <p:cNvCxnSpPr>
              <a:cxnSpLocks/>
            </p:cNvCxnSpPr>
            <p:nvPr userDrawn="1"/>
          </p:nvCxnSpPr>
          <p:spPr>
            <a:xfrm flipV="1">
              <a:off x="0" y="0"/>
              <a:ext cx="2590800" cy="762000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1CB2B071-0355-D550-18A8-9D515CA16987}"/>
                </a:ext>
              </a:extLst>
            </p:cNvPr>
            <p:cNvCxnSpPr>
              <a:cxnSpLocks/>
            </p:cNvCxnSpPr>
            <p:nvPr userDrawn="1"/>
          </p:nvCxnSpPr>
          <p:spPr>
            <a:xfrm flipH="1">
              <a:off x="0" y="0"/>
              <a:ext cx="704850" cy="1027906"/>
            </a:xfrm>
            <a:prstGeom prst="line">
              <a:avLst/>
            </a:prstGeom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53550"/>
            <a:ext cx="10515600" cy="1325563"/>
          </a:xfrm>
        </p:spPr>
        <p:txBody>
          <a:bodyPr anchor="b">
            <a:normAutofit/>
          </a:bodyPr>
          <a:lstStyle>
            <a:lvl1pPr algn="ctr">
              <a:defRPr lang="en-US" sz="2800" kern="1200" spc="150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8" name="Table Placeholder 7">
            <a:extLst>
              <a:ext uri="{FF2B5EF4-FFF2-40B4-BE49-F238E27FC236}">
                <a16:creationId xmlns:a16="http://schemas.microsoft.com/office/drawing/2014/main" id="{C3975522-461E-4D79-B5B9-BF9471B54688}"/>
              </a:ext>
            </a:extLst>
          </p:cNvPr>
          <p:cNvSpPr>
            <a:spLocks noGrp="1"/>
          </p:cNvSpPr>
          <p:nvPr>
            <p:ph type="tbl" sz="quarter" idx="14"/>
          </p:nvPr>
        </p:nvSpPr>
        <p:spPr>
          <a:xfrm>
            <a:off x="838200" y="2111381"/>
            <a:ext cx="10515600" cy="3570963"/>
          </a:xfrm>
        </p:spPr>
        <p:txBody>
          <a:bodyPr>
            <a:normAutofit/>
          </a:bodyPr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icon to add table</a:t>
            </a:r>
            <a:endParaRPr lang="en-US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FB554B2-4C33-2975-9F27-94B8AE71DF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838200" y="6356349"/>
            <a:ext cx="3819228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03C6776-E983-2BA3-1054-75996FE0FD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7068003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600" spc="15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add title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67200" y="3238103"/>
            <a:ext cx="4179570" cy="285018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800" spc="50" baseline="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add 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267200" y="6356350"/>
            <a:ext cx="4179570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A49DFD55-3C28-40EF-9E31-A92D2E4017FF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11404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PRESENTATION TITLE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9DFD55-3C28-40EF-9E31-A92D2E4017F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90612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9" r:id="rId3"/>
    <p:sldLayoutId id="2147483670" r:id="rId4"/>
    <p:sldLayoutId id="2147483651" r:id="rId5"/>
    <p:sldLayoutId id="2147483671" r:id="rId6"/>
    <p:sldLayoutId id="2147483672" r:id="rId7"/>
    <p:sldLayoutId id="2147483673" r:id="rId8"/>
    <p:sldLayoutId id="2147483664" r:id="rId9"/>
    <p:sldLayoutId id="2147483674" r:id="rId10"/>
    <p:sldLayoutId id="2147483653" r:id="rId11"/>
    <p:sldLayoutId id="2147483667" r:id="rId12"/>
    <p:sldLayoutId id="2147483665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nikolaos.raptis83/clean-devops-back-to-basics-1feaf938322b" TargetMode="Externa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4" Type="http://schemas.openxmlformats.org/officeDocument/2006/relationships/hyperlink" Target="https://handbook.gitlab.com/handbook/engineering/infrastructure-platforms/incident-management/on-call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75451-6A4B-484B-9ED1-353CCE25B0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41918" y="3329790"/>
            <a:ext cx="4941771" cy="3200400"/>
          </a:xfrm>
        </p:spPr>
        <p:txBody>
          <a:bodyPr anchor="ctr"/>
          <a:lstStyle/>
          <a:p>
            <a:r>
              <a:rPr lang="en-US" dirty="0"/>
              <a:t>Module 7</a:t>
            </a:r>
            <a:br>
              <a:rPr lang="en-US" dirty="0"/>
            </a:br>
            <a:r>
              <a:rPr lang="en-US" sz="1100" dirty="0"/>
              <a:t>M. Q. Michaels</a:t>
            </a:r>
            <a:br>
              <a:rPr lang="en-US" sz="1100" dirty="0"/>
            </a:br>
            <a:r>
              <a:rPr lang="en-US" sz="1100" dirty="0"/>
              <a:t>Dr. Toni Farley</a:t>
            </a:r>
            <a:br>
              <a:rPr lang="en-US" sz="1100" dirty="0"/>
            </a:br>
            <a:r>
              <a:rPr lang="en-US" sz="1100" dirty="0"/>
              <a:t>CSD-380</a:t>
            </a:r>
            <a:br>
              <a:rPr lang="en-US" sz="1100" dirty="0"/>
            </a:br>
            <a:r>
              <a:rPr lang="en-US" sz="1100" dirty="0"/>
              <a:t>Bellevue University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6058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EF5859-10C9-4588-9727-B9362E26C2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3500" y="1020445"/>
            <a:ext cx="2895600" cy="1325563"/>
          </a:xfrm>
        </p:spPr>
        <p:txBody>
          <a:bodyPr/>
          <a:lstStyle/>
          <a:p>
            <a:r>
              <a:rPr lang="en-US" dirty="0" err="1"/>
              <a:t>OVERview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71D7E5-EF66-4BCD-8DAA-E9061157F0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500" y="2674013"/>
            <a:ext cx="2895600" cy="3269589"/>
          </a:xfrm>
        </p:spPr>
        <p:txBody>
          <a:bodyPr>
            <a:normAutofit/>
          </a:bodyPr>
          <a:lstStyle/>
          <a:p>
            <a:r>
              <a:rPr lang="en-US" dirty="0"/>
              <a:t>What Is Pager Rotation</a:t>
            </a:r>
          </a:p>
          <a:p>
            <a:r>
              <a:rPr lang="en-US" dirty="0"/>
              <a:t>Scheduling</a:t>
            </a:r>
          </a:p>
          <a:p>
            <a:r>
              <a:rPr lang="en-US" dirty="0"/>
              <a:t>Roles &amp; Responsibilities</a:t>
            </a:r>
          </a:p>
          <a:p>
            <a:r>
              <a:rPr lang="en-US" dirty="0"/>
              <a:t>Leadership</a:t>
            </a:r>
          </a:p>
          <a:p>
            <a:r>
              <a:rPr lang="en-US" dirty="0"/>
              <a:t>Continuity</a:t>
            </a:r>
          </a:p>
          <a:p>
            <a:r>
              <a:rPr lang="en-US" dirty="0"/>
              <a:t>Training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02A8827-B1A1-2D2F-D6DD-E886B886C4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321959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5E2E6A-35EC-1B8E-0FD7-8C67870AC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What Is Pager Rotation?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54B61B9-26F6-B304-92CD-03053DAAF2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3924300" cy="464499"/>
          </a:xfrm>
        </p:spPr>
        <p:txBody>
          <a:bodyPr/>
          <a:lstStyle/>
          <a:p>
            <a:r>
              <a:rPr lang="en-US" dirty="0"/>
              <a:t>Main features: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EDBE6233-75E9-40D1-968F-58CA9AD0FF50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pPr lvl="1"/>
            <a:r>
              <a:rPr lang="en-US" dirty="0"/>
              <a:t>A rotation is a group of team members responsible for responding to incidents and requests</a:t>
            </a:r>
          </a:p>
          <a:p>
            <a:pPr lvl="1"/>
            <a:r>
              <a:rPr lang="en-US" dirty="0"/>
              <a:t>Must be reachable and ready to handle automated or user-submitted alerts</a:t>
            </a:r>
          </a:p>
          <a:p>
            <a:pPr lvl="1"/>
            <a:r>
              <a:rPr lang="en-US" dirty="0"/>
              <a:t>Common tiered approach:</a:t>
            </a:r>
          </a:p>
          <a:p>
            <a:pPr lvl="2"/>
            <a:r>
              <a:rPr lang="en-US" dirty="0"/>
              <a:t>Tier 1 = direct alerts</a:t>
            </a:r>
          </a:p>
          <a:p>
            <a:pPr lvl="2"/>
            <a:r>
              <a:rPr lang="en-US" dirty="0"/>
              <a:t>Tier 2 = escalation (higher complexity)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F44A959-C2BB-9170-C99C-1A2EDB71B9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345872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F832D8-0C38-0012-05F5-74D1CA8077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694C21-CAEC-B2D7-4028-4CE9BF115E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Coverage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84A49C5-8B3F-668F-2BAE-93C73A606E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8496300" cy="464499"/>
          </a:xfrm>
        </p:spPr>
        <p:txBody>
          <a:bodyPr>
            <a:normAutofit/>
          </a:bodyPr>
          <a:lstStyle/>
          <a:p>
            <a:r>
              <a:rPr lang="en-US" dirty="0"/>
              <a:t>Scheduling is important to cover all potential issues and manage the team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1970E7A-5C98-2492-EF3B-3B189C3BF9EA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Ensure continued coverage (24/7)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Consider time zones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Prevent burnout by having a balanced rotation (1 every 5 weeks, etc.)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Plan scheduled on-call in advance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B3AE16C-E666-2D89-E821-D1ED6BF1C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6287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0472E-831E-0C78-FEF6-EE33048B2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61B601-DA72-056B-8F30-295F208756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Roles &amp; Responsibilities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BA4E2E8F-BA70-E54D-C743-1B2A44C5212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55245"/>
            <a:ext cx="8496300" cy="3234264"/>
          </a:xfrm>
        </p:spPr>
        <p:txBody>
          <a:bodyPr>
            <a:normAutofit/>
          </a:bodyPr>
          <a:lstStyle/>
          <a:p>
            <a:r>
              <a:rPr lang="en-US" dirty="0"/>
              <a:t>On-call engineers and </a:t>
            </a:r>
            <a:r>
              <a:rPr lang="en-US" dirty="0" err="1"/>
              <a:t>devs</a:t>
            </a:r>
            <a:r>
              <a:rPr lang="en-US" dirty="0"/>
              <a:t> need to be able to:</a:t>
            </a:r>
          </a:p>
          <a:p>
            <a:pPr marL="569214" lvl="1"/>
            <a:r>
              <a:rPr lang="en-US" dirty="0"/>
              <a:t>Know schedules</a:t>
            </a:r>
          </a:p>
          <a:p>
            <a:pPr marL="569214" lvl="1"/>
            <a:r>
              <a:rPr lang="en-US" dirty="0"/>
              <a:t>Have access to availabilities</a:t>
            </a:r>
          </a:p>
          <a:p>
            <a:pPr marL="569214" lvl="1"/>
            <a:r>
              <a:rPr lang="en-US" dirty="0"/>
              <a:t>Respond promptly to incidents</a:t>
            </a:r>
          </a:p>
          <a:p>
            <a:pPr marL="569214" lvl="1"/>
            <a:r>
              <a:rPr lang="en-US" dirty="0"/>
              <a:t>Escalate when appropriate</a:t>
            </a:r>
          </a:p>
          <a:p>
            <a:pPr marL="569214" lvl="1"/>
            <a:r>
              <a:rPr lang="en-US" dirty="0"/>
              <a:t>Arrange overrides when unavailable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422650BB-C9FD-4469-D115-205D7A9879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59032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ED0E0F-1E55-03C6-4211-61E10E1D5D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66A01D-16FB-087F-3D99-796B018572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Leadership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33271623-0F03-DAF4-013D-92E33AF869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933700" y="2797255"/>
            <a:ext cx="5739032" cy="464499"/>
          </a:xfrm>
        </p:spPr>
        <p:txBody>
          <a:bodyPr>
            <a:normAutofit/>
          </a:bodyPr>
          <a:lstStyle/>
          <a:p>
            <a:r>
              <a:rPr lang="en-US" dirty="0"/>
              <a:t>There should be leaders that can: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7E4A82DC-775B-8736-3F55-1025F2C75786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3251596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Maintain coverage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Make sure team is always ready to respond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Update and maintain schedules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Define escalation paths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Be able to assist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6B6C1CB-DE4A-C03E-51A4-20255A163A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63787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A1035-03CD-F7FF-CEE6-BC14A5115E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0F64F9-3846-683D-B254-9EEDBD86F8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Escalation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9B313F4E-0557-3647-AB2D-C6C39869C471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97448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Escalation procedures must be defined for missed or complex incidents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There should be structured handoffs to prevent loss of context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All incidents should be documented well for escalation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4C4C18D-B0AE-0731-F068-68B2C68B2A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1590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883AF-C729-9067-850D-48BA007589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E5790F-9BC4-5498-4378-E1DDB0EACD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Training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A3088116-693D-87D0-F130-186436D3F0AB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97448"/>
            <a:ext cx="8496300" cy="3234264"/>
          </a:xfrm>
        </p:spPr>
        <p:txBody>
          <a:bodyPr>
            <a:norm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Clear documentation should be in place to onboard new members and have written guidelines for the entire team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Incident handbooks should exist to ensure effective handling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A37A141-E2DB-681F-CFB2-0240BEAB1C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4343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80E2DC-D1C5-A5A4-EF3B-82E2E0D2D2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52DDD-3668-16F0-358D-614D89F8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33700" y="568961"/>
            <a:ext cx="8420100" cy="1780860"/>
          </a:xfrm>
        </p:spPr>
        <p:txBody>
          <a:bodyPr/>
          <a:lstStyle/>
          <a:p>
            <a:r>
              <a:rPr lang="en-US" dirty="0"/>
              <a:t>references</a:t>
            </a:r>
          </a:p>
        </p:txBody>
      </p:sp>
      <p:sp>
        <p:nvSpPr>
          <p:cNvPr id="35" name="Content Placeholder 34">
            <a:extLst>
              <a:ext uri="{FF2B5EF4-FFF2-40B4-BE49-F238E27FC236}">
                <a16:creationId xmlns:a16="http://schemas.microsoft.com/office/drawing/2014/main" id="{8A4693CA-8A65-0C78-C0D3-61526EC68D3D}"/>
              </a:ext>
            </a:extLst>
          </p:cNvPr>
          <p:cNvSpPr>
            <a:spLocks noGrp="1"/>
          </p:cNvSpPr>
          <p:nvPr>
            <p:ph sz="half" idx="13"/>
          </p:nvPr>
        </p:nvSpPr>
        <p:spPr>
          <a:xfrm>
            <a:off x="2933700" y="2597448"/>
            <a:ext cx="8496300" cy="3234264"/>
          </a:xfrm>
        </p:spPr>
        <p:txBody>
          <a:bodyPr>
            <a:normAutofit/>
          </a:bodyPr>
          <a:lstStyle/>
          <a:p>
            <a:r>
              <a:rPr lang="en-US" dirty="0">
                <a:hlinkClick r:id="rId3"/>
              </a:rPr>
              <a:t>https://medium.com/@nikolaos.raptis83/clean-devops-back-to-basics-1feaf938322b</a:t>
            </a:r>
            <a:endParaRPr lang="en-US" dirty="0"/>
          </a:p>
          <a:p>
            <a:r>
              <a:rPr lang="en-US" dirty="0">
                <a:hlinkClick r:id="rId4"/>
              </a:rPr>
              <a:t>https://handbook.gitlab.com/handbook/engineering/infrastructure-platforms/incident-management/on-call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D96F84A-2818-2CC2-D6E9-1C2B12EB2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373350" y="6356349"/>
            <a:ext cx="987552" cy="365125"/>
          </a:xfrm>
        </p:spPr>
        <p:txBody>
          <a:bodyPr/>
          <a:lstStyle/>
          <a:p>
            <a:fld id="{A49DFD55-3C28-40EF-9E31-A92D2E4017FF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130809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149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E9E6DF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ustom" id="{F85C13B5-8B75-4CB8-BA5E-9CAC0747196D}" vid="{617487EE-AB70-4C55-8A81-E6744CC4A2C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ABF691C-888B-4061-8A6F-D5CE84A0254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9168DCE-134F-4610-A6AA-88CEBE8D71D2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5EDE3176-A15D-46A3-BDDB-64A0D736322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{F9DE31DB-2733-42D3-A664-950415FD8DC7}TF7521aafa-c748-4c40-a498-ba511be234dc5b1b6097_win32-5039330bb2f3</Template>
  <TotalTime>46</TotalTime>
  <Words>284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Tenorite</vt:lpstr>
      <vt:lpstr>Custom</vt:lpstr>
      <vt:lpstr>Module 7 M. Q. Michaels Dr. Toni Farley CSD-380 Bellevue University</vt:lpstr>
      <vt:lpstr>OVERview</vt:lpstr>
      <vt:lpstr>What Is Pager Rotation?</vt:lpstr>
      <vt:lpstr>Coverage</vt:lpstr>
      <vt:lpstr>Roles &amp; Responsibilities</vt:lpstr>
      <vt:lpstr>Leadership</vt:lpstr>
      <vt:lpstr>Escalation</vt:lpstr>
      <vt:lpstr>Training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M. Quincy Michaels</dc:creator>
  <cp:lastModifiedBy>M. Quincy Michaels</cp:lastModifiedBy>
  <cp:revision>4</cp:revision>
  <dcterms:created xsi:type="dcterms:W3CDTF">2025-12-22T00:39:13Z</dcterms:created>
  <dcterms:modified xsi:type="dcterms:W3CDTF">2026-02-08T20:25:51Z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</Properties>
</file>